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nền coban full-bleed, logo góc trái; có thể thêm pattern sóng nhẹ mờ trắng 5% opacity.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sơ đồ timeline ngang 4 mốc với icon nhẹ (loupe, nhóm người, gear, flag).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silhouette BA giữa hai khối “Business” và “Engineering” nối bằng mũi tên.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funnel từ “Nguồn hàng” xuống “Kho chuẩn” rồi “Niêm yết sàn”.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swimlane đơn giản 4 hàng (Sales, POS, MKT, IT) với một “thẻ tài sản” đi qua.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biểu tượng khiên + checklist 3 ô (hình ảnh, giá, pháp lý) màu coban.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đồng hồ cạnh dấu tick xanh — nhấn mạnh cân bằng tốc độ và đúng.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state machine đơn giản 4–5 node (nháp) tô màu coban.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icon khóa trên bản đồ Việt Nam mờ (masking) vài khu vực.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biểu đồ cột “thời gian chờ duyệt” cao vs “tỉ lệ lỗi nhập” cao — hai cột đỏ nhạt.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khoảng trống giữa hai khối puzzle — slide tiếp theo lắp vào.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hai vòng tròn lồng hoặc hai thanh timeline song song (Kho | Tin).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bảng ma trận Role × Permission với ô tick màu coban.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cuộn giấy cổ điển hoặc icon journal với dòng thời gian dọc.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mock UI ô địa chỉ với badge “không trùng” / “cảnh báo trùng”.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stamp “Approved” màu coban trên thẻ property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pipeline ngang 4 bước với icon megaphone và patch-check.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hai nút bấm “Request” và “Approve” nối bằng mũi tên có nhãn thời 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sơ đồ if/else (diamond) màu coban: “Đang niêm yết?” Yes →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bản đồ pin bị làm mờ (blur) một nửa địa chỉ.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icon people-network với các nhánh quyền màu coban.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screenshot collage 3 màn (Login, F5, F11) trên nền trắng coban border.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ba chỉ số KPI card (Error rate ↓, Time-to-list ↓, eNPS ↑) màu coban.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roadmap 3 quý dạng Gantt đơn giản với mốc “Go-live pilot POS”.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hình: logo iHouzz + QR placeholder tới repo/demo (nếu bạn công khai).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7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373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Kho tập trung &amp; niêm yết</a:t>
            </a:r>
            <a:br/>
            <a:r>
              <a:t>một nền tảng cho tốc độ iHouzz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DCE6FF"/>
                </a:solidFill>
                <a:latin typeface="Segoe UI"/>
              </a:rPr>
              <a:t>Thiết kế quy trình — MindX ITBA Level 3 · Đối tác doanh nghiệp iHouzz</a:t>
            </a:r>
          </a:p>
        </p:txBody>
      </p:sp>
      <p:pic>
        <p:nvPicPr>
          <p:cNvPr id="3" name="Picture 2" descr="ihouzz_logo_p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25755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Hôm nay chúng ta đi theo bốn nhịp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Mở đầu: bối cảnh và câu hỏi kinh doanh cần giải.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Thực trạng: pain theo từng phòng — MKT, KD, KD hệ thống, IT.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Giải pháp: quy trình 2 tầng, phân quyền, kiểm toán, demo ánh xạ BR.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Kết luận: hiệu quả, lộ trình, và cách chúng ta cùng làm tiếp.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Góc nhìn ITBA: cầu nối giữa nghiệp vụ và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Chúng tôi dịch yêu cầu iHouzz thành luồng trạng thái rõ ràng, có vai phê duyệt.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Mỗi pain phòng ban được gắn mã BR/SRS để IT triển khai không mơ hồ.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Prototype React + API mock minh họa đúng thứ tự thao tác người dùng thật.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Doanh nghiệp cần gì — trong một câu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Một kho BĐS nội bộ thống nhất, dễ tìm — dễ chọn — để đẩy tin lên sàn iHouzz.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Quy trình giảm nhập sai, rút ngắn vòng chờ duyệt, giữ uy tín nội dung public.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Định hướng tính năng: không chỉ màn hình, mà là quy tắc vận hành đo được.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Thực trạng: một sản phẩm BĐS, nhiều bàn tay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Đầu chủ/KD nhập thông tin; GĐ POS xác nhận chất lượng kho; MKT kiểm duyệt tin.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IT vận hành dữ liệu, tích hợp sàn; bộ phận phát triển KD định nghĩa luật kinh doanh.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Nếu thiếu khung trạng thái, cùng một căn có thể bị hiểu khác nhau giữa các phòng.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Pain Marketing: uy tín sàn nằm ở lớp kiểm duyệt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Cần queue tin rõ ràng, lịch sử sửa, và tiêu chí từ chối minh bạch cho đối tác nội bộ.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Niêm yết quá chậm làm mất cơ hội rao bán; niêm yết ẩu là rủi ro pháp lý và thương hiệu.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Thiếu liên kết với trạng thái kho thì MKT khó biết tin đang “đứng trên nền” nào.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Pain Kinh doanh: tốc độ không được mua bằng độ chính xác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Trùng địa chỉ, trùng nguồn gây tranh chấp hoa hồng và mất niềm tin nội bộ.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Đầu chủ cần biết “đang ở bước nào” thay vì hỏi lại trợ lý qua chat nhiều lần.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Gỡ tin / gỡ nguồn nếu không có luật thì dễ để lại “tin ma” hoặc dữ liệu không khớp sàn.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Pain phát triển hệ thống KD: luật nghiệp vụ phải viết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Cascade gỡ nguồn, chặn thao tác khi đang niêm yết — cần mô tả bằng BR, không chỉ ý miệng.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Đồng bộ Level 1 / Level 2 giữa kho và tin là điểm dễ lỗi nếu không có sơ đồ trạng thái.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Ma trận phòng ban giúp đội KD hệ thống thống nhất “được / không được” với sàn điện tử.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Pain IT: bảo mật, tải, và khả năng kiểm toán sau này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Phân quyền theo POS: nhân viên không được nhìn thẳng địa chỉ chi nhánh không thuộc phạm vi.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Payload lớn, ghi log nhiều — cần thiết kế API và audit không làm nghẽn vận hành.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No hard delete: giữ vết để phục vụ tranh chấp và cứu hộ dữ liệu an toàn hơn xóa vĩnh viễn.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Hệ quả vận hành khi chưa có khung rõ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Sai sót nhập liệu và trùng nguồn làm chậm chu kỳ từ kho đến tin public.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Trải nghiệm nội bộ kém: nhiều hệ, nhiều hỏi đáp, khó đo SLA phòng ban.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Rủi ro uy tín sàn: tin không khớp thực tế hoặc gỡ không sạch khỏi kênh điện tử.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Khoảng trống: thiếu một “bản đồ quy trình”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Cần một lớp trung gian: trạng thái kho và trạng thái niêm yết song song nhưng đồng bộ.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Cần ranh giới phê duyệt: ai được tạo, ai được đẩy tin, ai được gỡ, ai được xem dữ liệu gốc.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Cần bằng chứng định lượng: log hành động, export phục vụ kiểm tra sau sự cố.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Giải pháp trụ cột 1: kiến trúc hai tầng trạng thái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Tầng kho (Level 1) mô tả vòng đời tài sản nội bộ; tầng tin (Level 2) mô tả hiển thị sàn.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Auto-sync có điều kiện: thay đổi tin/kho phải tuân quy tắc đã chốt trong BRD.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Demo F3, F5, F7, F8 trên prototype cho thấy thứ tự thao tác khớp swimlane nghiệp vụ.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Giải pháp trụ cột 2: RBAC động &amp; che dữ liệu chi nhánh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Admin cấu hình ma trận quyền; nhân viên chỉ thấy thao tác và cột dữ liệu được phép.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Data masking địa chỉ theo POS giảm lộ thông tin giữa chi nhánh cạnh tranh nội bộ.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Demo F9–F10: cùng màn hình nhưng khác dữ liệu hiển thị theo role — dễ chứng minh cho IT.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Giải pháp trụ cột 3: audit trail &amp; không xóa cứng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Mỗi phê duyệt, từ chối, gỡ tin, gỡ nguồn ghi log bất biến, có thể export CSV.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Giám khảo và iHouzz có thể truy vết “ai làm gì lúc nào” phục vụ họp rà soát.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Demo F11: lọc theo thời gian và actor — đúng tư duy kiểm soát nội bộ enterprise.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Luồng vào kho: nhập liệu thông minh, giảm trùng sớm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SmartAddress + debounce kiểm tra trùng địa chỉ trước khi tạo bản ghi kho.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Form chuẩn hóa loại giao dịch, diện tích, pháp lý — giảm rework cho MKT sau này.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Liên kết ITBA: acceptance criteria rõ cho API search trùng và ngưỡng cảnh báo.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Luồng chất lượng kho: GĐ POS phân loại kho chuẩn / đảm bảo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Tách quyền: chỉ vai POS manager quyết định đưa tài sản vào kho niêm yết được hay chưa.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Ghi log và thông báo nội bộ sau phê duyệt — minh bạch với KD và MKT.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Demo F3: chọn tài sản, duyệt, quan sát cập nhật trạng thái kho ngay trên danh sách.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Luồng lên sàn: soạn tin — hàng chờ — trung tâm duyệt niêm 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Sales soạn nội dung public; MKT/Admin duyệt để bảo vệ chất lượng sàn iHouzz.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Trạng thái tin rõ ràng: nháp, chờ duyệt, đang niêm yết — tránh đăng nhầm sớm.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Demo F4 → F5: một mạch từ gửi duyệt đến phê duyệt, phản ánh UC005 trong SRS.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Luồng gỡ tin: yêu cầu có kiểm soát, đồng bộ Level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Sales khởi tạo yêu cầu gỡ; Marketing phê duyệt — tránh gỡ một chiều không giải thích.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Sau duyệt, hệ thống cập nhật trạng thái tin và kho theo quy tắc auto-sync đã định nghĩa.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Demo F6–F7: thấy rõ người gửi, người duyệt, thời điểm — phục vụ họp MKT–KD.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Luồng gỡ nguồn: luật cascade &amp; chặn khi đang niêm 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BR-010: không cho gỡ nguồn khi tin còn trên sàn — giảm rủi ro dữ liệu “mồ côi”.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Khi được phép, cascade hủy tin liên quan — ITBA diễn giải như một use case có điều kiện.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Demo F8: thử case bị chặn và case được duyệt để giám khảo thấy luật chạy đúng.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Giám sát kho đa POS: đúng phạm vi, đúng độ nhạy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Dashboard kho tổng hợp nhưng ẩn địa chỉ chi nhánh khác theo BR-013.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Giúp lãnh đạo xem sức khỏe kho mà không vi phạm ranh giới tổ chức.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Demo F9: đổi role hoặc POS trong login để thấy masking đổi theo — bằng chứng trực quan.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IAM &amp; POS: ma trận quyền là “hợp đồng” giữa KD hệ thống và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User gắn POS, trạng thái hoạt động; quyền chi tiết đến từng hành động trên UI.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Thay đổi ma trận phản ánh ngay menu — giảm phụ thuộc release cứng cho từng nhân sự.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Demo F10: ví dụ tắt quyền tạo tài sản cho một sales test — tái hiện change request thật.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Minh chứng: prototype đã ánh xạ BRD / SRS / ma trận quyền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React + json-server: mô phỏng contract API để IT review sớm trước backend production.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Các màn F2–F12 khớp thứ tự kịch bản UAT — giám khảo có thể tái hiện sau buổi trình bày.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Đăng nhập demo: ví dụ admin@ihouzz.com, mật khẩu 123456, OTP 111111 (môi trường học).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Hiệu quả mong đợi: gần với chỉ số phòng ban quan tâm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Giảm lỗi nhập &amp; trùng nguồn nhờ kiểm tra sớm và quy trình phê duyệt có log.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Rút thời gian từ kho chuẩn đến tin được duyệt nhờ queue rõ và trách nhiệm vai.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Trải nghiệm nội bộ tốt hơn: ít hỏi lại, SLA minh bạch, dữ liệu đồng bộ với sàn.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Lộ trình gợi ý: ưu tiên theo rủi ro nghiệp vụ &amp; nỗ lực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Giai đoạn 1: khóa state machine, API kho/tin, auth thật — nền cho mọi phòng.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Giai đoạn 2: tích hợp sàn thật, thông báo, báo cáo SLA cho MKT và KD.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Giai đoạn 3: tối ưu hiệu năng, retention log, và policy lưu trữ theo chuẩn công ty.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47AB"/>
                </a:solidFill>
                <a:latin typeface="Segoe UI"/>
              </a:rPr>
              <a:t>Cảm ơn MindX &amp; iHouzz — sẵn sàng đào sâu từng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Chúng tôi mang đến bản thiết kế quy trình có thể đo, có thể demo, có thể hand-off IT.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Mời giám khảo và doanh nghiệp đặt câu hỏi theo phòng: MKT, KD, KD hệ thống, hoặc IT.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>
                <a:latin typeface="Segoe UI"/>
              </a:defRPr>
            </a:pPr>
            <a:r>
              <a:rPr sz="1800" b="0">
                <a:solidFill>
                  <a:srgbClr val="212529"/>
                </a:solidFill>
                <a:latin typeface="Segoe UI"/>
              </a:rPr>
              <a:t>Liên hệ: [tên nhóm] — prototype chạy local theo README dự án ihouzz-demo.</a:t>
            </a:r>
          </a:p>
        </p:txBody>
      </p:sp>
      <p:pic>
        <p:nvPicPr>
          <p:cNvPr id="5" name="Picture 4" descr="ihouzz_logo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20040"/>
            <a:ext cx="21793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